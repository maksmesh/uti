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40A25C-FCAE-4F71-BF3F-F0125276AE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42975AE-0EE3-4014-B526-17D614398B71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34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ithub.com/MaksMesh/UTI" TargetMode="External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Проект «UTI»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544360" y="4745160"/>
            <a:ext cx="5435640" cy="119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i="1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Выполнил Мешков Максим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2">
            <a:lum bright="-2000"/>
          </a:blip>
          <a:stretch/>
        </p:blipFill>
        <p:spPr>
          <a:xfrm>
            <a:off x="6895440" y="-32040"/>
            <a:ext cx="1204560" cy="12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3">
            <a:lum bright="15000"/>
            <a:alphaModFix amt="89000"/>
          </a:blip>
          <a:stretch/>
        </p:blipFill>
        <p:spPr>
          <a:xfrm>
            <a:off x="3060000" y="1497600"/>
            <a:ext cx="3971880" cy="336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"/>
          <p:cNvSpPr txBox="1"/>
          <p:nvPr/>
        </p:nvSpPr>
        <p:spPr>
          <a:xfrm>
            <a:off x="720000" y="360000"/>
            <a:ext cx="55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UTI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2"/>
          <a:stretch/>
        </p:blipFill>
        <p:spPr>
          <a:xfrm>
            <a:off x="6480000" y="3600000"/>
            <a:ext cx="1440000" cy="14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 txBox="1"/>
          <p:nvPr/>
        </p:nvSpPr>
        <p:spPr>
          <a:xfrm>
            <a:off x="1260000" y="1080000"/>
            <a:ext cx="7200000" cy="36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Тема: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Собственное расширение для изображений.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Возможности: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Конвертация изображений, их редактирование, просматривание и создание. Полноценная установка и обновлений. Наличие собственной лицензионной системы. Сохранение настроек приложений.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 txBox="1"/>
          <p:nvPr/>
        </p:nvSpPr>
        <p:spPr>
          <a:xfrm>
            <a:off x="720000" y="360000"/>
            <a:ext cx="55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Состав проекта: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440000" y="1260000"/>
            <a:ext cx="5940000" cy="32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Конвертатор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Painter (Для UTI и PNG)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Просмоторщик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Установщик, обновлятор и удалитель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Сервер: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2"/>
          <a:stretch/>
        </p:blipFill>
        <p:spPr>
          <a:xfrm rot="20137200">
            <a:off x="7560000" y="667080"/>
            <a:ext cx="1440000" cy="14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"/>
          <p:cNvSpPr txBox="1"/>
          <p:nvPr/>
        </p:nvSpPr>
        <p:spPr>
          <a:xfrm>
            <a:off x="1800000" y="2880000"/>
            <a:ext cx="540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ТГ бот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Сервер, устанавливающий UTI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3"/>
          <a:stretch/>
        </p:blipFill>
        <p:spPr>
          <a:xfrm flipH="1" rot="1462800">
            <a:off x="487080" y="3727080"/>
            <a:ext cx="1440000" cy="14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UTI API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900000" y="1080000"/>
            <a:ext cx="828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Основная мини-библиотека для работы остальных приложений. Используется для преобразования изображений. 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" name="ring-network"/>
          <p:cNvGrpSpPr/>
          <p:nvPr/>
        </p:nvGrpSpPr>
        <p:grpSpPr>
          <a:xfrm>
            <a:off x="7266600" y="2763000"/>
            <a:ext cx="1553400" cy="1553400"/>
            <a:chOff x="7266600" y="2763000"/>
            <a:chExt cx="1553400" cy="1553400"/>
          </a:xfrm>
        </p:grpSpPr>
        <p:sp>
          <p:nvSpPr>
            <p:cNvPr id="26" name=""/>
            <p:cNvSpPr/>
            <p:nvPr/>
          </p:nvSpPr>
          <p:spPr>
            <a:xfrm flipV="1" rot="5400000">
              <a:off x="8678880" y="3475440"/>
              <a:ext cx="140760" cy="141480"/>
            </a:xfrm>
            <a:prstGeom prst="ellipse">
              <a:avLst/>
            </a:prstGeom>
            <a:solidFill>
              <a:srgbClr val="ea7500">
                <a:alpha val="30000"/>
              </a:srgbClr>
            </a:solidFill>
            <a:ln cap="rnd" w="12600">
              <a:solidFill>
                <a:srgbClr val="ed4c05"/>
              </a:solidFill>
              <a:round/>
            </a:ln>
            <a:effectLst>
              <a:outerShdw dist="0" dir="0" blurRad="0" rotWithShape="0">
                <a:srgbClr val="729fcf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49320" bIns="49320" anchor="ctr">
              <a:noAutofit/>
            </a:bodyPr>
            <a:p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cxnSp>
          <p:nvCxnSpPr>
            <p:cNvPr id="27" name=""/>
            <p:cNvCxnSpPr>
              <a:stCxn id="28" idx="8"/>
              <a:endCxn id="26" idx="0"/>
            </p:cNvCxnSpPr>
            <p:nvPr/>
          </p:nvCxnSpPr>
          <p:spPr>
            <a:xfrm flipV="1">
              <a:off x="8043120" y="3547080"/>
              <a:ext cx="635760" cy="3960"/>
            </a:xfrm>
            <a:prstGeom prst="straightConnector1">
              <a:avLst/>
            </a:prstGeom>
            <a:ln w="12600">
              <a:solidFill>
                <a:srgbClr val="ed4c05"/>
              </a:solidFill>
              <a:round/>
            </a:ln>
          </p:spPr>
        </p:cxnSp>
        <p:sp>
          <p:nvSpPr>
            <p:cNvPr id="29" name=""/>
            <p:cNvSpPr/>
            <p:nvPr/>
          </p:nvSpPr>
          <p:spPr>
            <a:xfrm flipV="1" rot="5400000">
              <a:off x="7266960" y="3475440"/>
              <a:ext cx="140760" cy="141480"/>
            </a:xfrm>
            <a:prstGeom prst="ellipse">
              <a:avLst/>
            </a:prstGeom>
            <a:solidFill>
              <a:srgbClr val="ea7500">
                <a:alpha val="30000"/>
              </a:srgbClr>
            </a:solidFill>
            <a:ln cap="rnd" w="12600">
              <a:solidFill>
                <a:srgbClr val="ed4c05"/>
              </a:solidFill>
              <a:round/>
            </a:ln>
            <a:effectLst>
              <a:outerShdw dist="0" dir="0" blurRad="0" rotWithShape="0">
                <a:srgbClr val="729fcf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49320" bIns="49320" anchor="ctr">
              <a:noAutofit/>
            </a:bodyPr>
            <a:p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cxnSp>
          <p:nvCxnSpPr>
            <p:cNvPr id="30" name=""/>
            <p:cNvCxnSpPr>
              <a:stCxn id="28" idx="8"/>
              <a:endCxn id="29" idx="4"/>
            </p:cNvCxnSpPr>
            <p:nvPr/>
          </p:nvCxnSpPr>
          <p:spPr>
            <a:xfrm flipH="1" flipV="1">
              <a:off x="7408080" y="3547080"/>
              <a:ext cx="635400" cy="3960"/>
            </a:xfrm>
            <a:prstGeom prst="straightConnector1">
              <a:avLst/>
            </a:prstGeom>
            <a:ln w="12600">
              <a:solidFill>
                <a:srgbClr val="ed4c05"/>
              </a:solidFill>
              <a:round/>
            </a:ln>
          </p:spPr>
        </p:cxnSp>
        <p:sp>
          <p:nvSpPr>
            <p:cNvPr id="31" name=""/>
            <p:cNvSpPr/>
            <p:nvPr/>
          </p:nvSpPr>
          <p:spPr>
            <a:xfrm flipV="1" rot="5400000">
              <a:off x="7972560" y="4174920"/>
              <a:ext cx="141480" cy="140760"/>
            </a:xfrm>
            <a:prstGeom prst="ellipse">
              <a:avLst/>
            </a:prstGeom>
            <a:solidFill>
              <a:srgbClr val="ea7500">
                <a:alpha val="30000"/>
              </a:srgbClr>
            </a:solidFill>
            <a:ln cap="rnd" w="12600">
              <a:solidFill>
                <a:srgbClr val="ed4c05"/>
              </a:solidFill>
              <a:round/>
            </a:ln>
            <a:effectLst>
              <a:outerShdw dist="0" dir="0" blurRad="0" rotWithShape="0">
                <a:srgbClr val="729fcf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48600" bIns="48600" anchor="ctr">
              <a:noAutofit/>
            </a:bodyPr>
            <a:p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cxnSp>
          <p:nvCxnSpPr>
            <p:cNvPr id="32" name=""/>
            <p:cNvCxnSpPr>
              <a:endCxn id="31" idx="2"/>
            </p:cNvCxnSpPr>
            <p:nvPr/>
          </p:nvCxnSpPr>
          <p:spPr>
            <a:xfrm>
              <a:off x="8043480" y="3550320"/>
              <a:ext cx="360" cy="625320"/>
            </a:xfrm>
            <a:prstGeom prst="straightConnector1">
              <a:avLst/>
            </a:prstGeom>
            <a:ln w="12600">
              <a:solidFill>
                <a:srgbClr val="ed4c05"/>
              </a:solidFill>
              <a:round/>
            </a:ln>
          </p:spPr>
        </p:cxnSp>
        <p:sp>
          <p:nvSpPr>
            <p:cNvPr id="33" name=""/>
            <p:cNvSpPr/>
            <p:nvPr/>
          </p:nvSpPr>
          <p:spPr>
            <a:xfrm flipV="1" rot="5400000">
              <a:off x="7972560" y="2763000"/>
              <a:ext cx="141480" cy="140760"/>
            </a:xfrm>
            <a:prstGeom prst="ellipse">
              <a:avLst/>
            </a:prstGeom>
            <a:solidFill>
              <a:srgbClr val="ea7500">
                <a:alpha val="30000"/>
              </a:srgbClr>
            </a:solidFill>
            <a:ln cap="rnd" w="12600">
              <a:solidFill>
                <a:srgbClr val="ed4c05"/>
              </a:solidFill>
              <a:round/>
            </a:ln>
            <a:effectLst>
              <a:outerShdw dist="0" dir="0" blurRad="0" rotWithShape="0">
                <a:srgbClr val="729fcf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48600" bIns="48600" anchor="ctr">
              <a:noAutofit/>
            </a:bodyPr>
            <a:p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cxnSp>
          <p:nvCxnSpPr>
            <p:cNvPr id="34" name=""/>
            <p:cNvCxnSpPr>
              <a:endCxn id="33" idx="6"/>
            </p:cNvCxnSpPr>
            <p:nvPr/>
          </p:nvCxnSpPr>
          <p:spPr>
            <a:xfrm flipV="1">
              <a:off x="8043480" y="2904480"/>
              <a:ext cx="360" cy="646200"/>
            </a:xfrm>
            <a:prstGeom prst="straightConnector1">
              <a:avLst/>
            </a:prstGeom>
            <a:ln w="12600">
              <a:solidFill>
                <a:srgbClr val="ed4c05"/>
              </a:solidFill>
              <a:round/>
            </a:ln>
          </p:spPr>
        </p:cxnSp>
        <p:sp>
          <p:nvSpPr>
            <p:cNvPr id="35" name=""/>
            <p:cNvSpPr/>
            <p:nvPr/>
          </p:nvSpPr>
          <p:spPr>
            <a:xfrm flipV="1" rot="8100000">
              <a:off x="8472240" y="3979080"/>
              <a:ext cx="141480" cy="141480"/>
            </a:xfrm>
            <a:prstGeom prst="ellipse">
              <a:avLst/>
            </a:prstGeom>
            <a:solidFill>
              <a:srgbClr val="ea7500">
                <a:alpha val="30000"/>
              </a:srgbClr>
            </a:solidFill>
            <a:ln cap="rnd" w="12600">
              <a:solidFill>
                <a:srgbClr val="ed4c05"/>
              </a:solidFill>
              <a:round/>
            </a:ln>
            <a:effectLst>
              <a:outerShdw dist="0" dir="0" blurRad="0" rotWithShape="0">
                <a:srgbClr val="729fcf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49320" bIns="49320" anchor="ctr">
              <a:noAutofit/>
            </a:bodyPr>
            <a:p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cxnSp>
          <p:nvCxnSpPr>
            <p:cNvPr id="36" name=""/>
            <p:cNvCxnSpPr>
              <a:endCxn id="35" idx="0"/>
            </p:cNvCxnSpPr>
            <p:nvPr/>
          </p:nvCxnSpPr>
          <p:spPr>
            <a:xfrm>
              <a:off x="8043480" y="3550320"/>
              <a:ext cx="450000" cy="450360"/>
            </a:xfrm>
            <a:prstGeom prst="straightConnector1">
              <a:avLst/>
            </a:prstGeom>
            <a:ln w="12600">
              <a:solidFill>
                <a:srgbClr val="ed4c05"/>
              </a:solidFill>
              <a:round/>
            </a:ln>
          </p:spPr>
        </p:cxnSp>
        <p:sp>
          <p:nvSpPr>
            <p:cNvPr id="37" name=""/>
            <p:cNvSpPr/>
            <p:nvPr/>
          </p:nvSpPr>
          <p:spPr>
            <a:xfrm flipV="1" rot="8100000">
              <a:off x="7473960" y="2980080"/>
              <a:ext cx="141480" cy="141480"/>
            </a:xfrm>
            <a:prstGeom prst="ellipse">
              <a:avLst/>
            </a:prstGeom>
            <a:solidFill>
              <a:srgbClr val="ea7500">
                <a:alpha val="30000"/>
              </a:srgbClr>
            </a:solidFill>
            <a:ln cap="rnd" w="12600">
              <a:solidFill>
                <a:srgbClr val="ed4c05"/>
              </a:solidFill>
              <a:round/>
            </a:ln>
            <a:effectLst>
              <a:outerShdw dist="0" dir="0" blurRad="0" rotWithShape="0">
                <a:srgbClr val="729fcf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49320" bIns="49320" anchor="ctr">
              <a:noAutofit/>
            </a:bodyPr>
            <a:p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cxnSp>
          <p:nvCxnSpPr>
            <p:cNvPr id="38" name=""/>
            <p:cNvCxnSpPr>
              <a:endCxn id="37" idx="4"/>
            </p:cNvCxnSpPr>
            <p:nvPr/>
          </p:nvCxnSpPr>
          <p:spPr>
            <a:xfrm flipH="1" flipV="1">
              <a:off x="7594920" y="3101400"/>
              <a:ext cx="448920" cy="449280"/>
            </a:xfrm>
            <a:prstGeom prst="straightConnector1">
              <a:avLst/>
            </a:prstGeom>
            <a:ln w="12600">
              <a:solidFill>
                <a:srgbClr val="ed4c05"/>
              </a:solidFill>
              <a:round/>
            </a:ln>
          </p:spPr>
        </p:cxnSp>
        <p:sp>
          <p:nvSpPr>
            <p:cNvPr id="39" name=""/>
            <p:cNvSpPr/>
            <p:nvPr/>
          </p:nvSpPr>
          <p:spPr>
            <a:xfrm flipV="1" rot="8100000">
              <a:off x="7473960" y="3979080"/>
              <a:ext cx="141480" cy="141480"/>
            </a:xfrm>
            <a:prstGeom prst="ellipse">
              <a:avLst/>
            </a:prstGeom>
            <a:solidFill>
              <a:srgbClr val="ea7500">
                <a:alpha val="30000"/>
              </a:srgbClr>
            </a:solidFill>
            <a:ln cap="rnd" w="12600">
              <a:solidFill>
                <a:srgbClr val="ed4c05"/>
              </a:solidFill>
              <a:round/>
            </a:ln>
            <a:effectLst>
              <a:outerShdw dist="0" dir="0" blurRad="0" rotWithShape="0">
                <a:srgbClr val="729fcf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49320" bIns="49320" anchor="ctr">
              <a:noAutofit/>
            </a:bodyPr>
            <a:p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cxnSp>
          <p:nvCxnSpPr>
            <p:cNvPr id="40" name=""/>
            <p:cNvCxnSpPr>
              <a:endCxn id="39" idx="2"/>
            </p:cNvCxnSpPr>
            <p:nvPr/>
          </p:nvCxnSpPr>
          <p:spPr>
            <a:xfrm flipH="1">
              <a:off x="7594920" y="3551040"/>
              <a:ext cx="448920" cy="449640"/>
            </a:xfrm>
            <a:prstGeom prst="straightConnector1">
              <a:avLst/>
            </a:prstGeom>
            <a:ln w="12600">
              <a:solidFill>
                <a:srgbClr val="ed4c05"/>
              </a:solidFill>
              <a:round/>
            </a:ln>
          </p:spPr>
        </p:cxnSp>
        <p:sp>
          <p:nvSpPr>
            <p:cNvPr id="41" name=""/>
            <p:cNvSpPr/>
            <p:nvPr/>
          </p:nvSpPr>
          <p:spPr>
            <a:xfrm flipV="1" rot="8100000">
              <a:off x="8472240" y="2980080"/>
              <a:ext cx="141480" cy="141480"/>
            </a:xfrm>
            <a:prstGeom prst="ellipse">
              <a:avLst/>
            </a:prstGeom>
            <a:solidFill>
              <a:srgbClr val="ea7500">
                <a:alpha val="30000"/>
              </a:srgbClr>
            </a:solidFill>
            <a:ln cap="rnd" w="12600">
              <a:solidFill>
                <a:srgbClr val="ed4c05"/>
              </a:solidFill>
              <a:round/>
            </a:ln>
            <a:effectLst>
              <a:outerShdw dist="0" dir="0" blurRad="0" rotWithShape="0">
                <a:srgbClr val="729fcf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49320" bIns="49320" anchor="ctr">
              <a:noAutofit/>
            </a:bodyPr>
            <a:p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cxnSp>
          <p:nvCxnSpPr>
            <p:cNvPr id="42" name=""/>
            <p:cNvCxnSpPr>
              <a:endCxn id="41" idx="6"/>
            </p:cNvCxnSpPr>
            <p:nvPr/>
          </p:nvCxnSpPr>
          <p:spPr>
            <a:xfrm flipV="1">
              <a:off x="8043480" y="3101400"/>
              <a:ext cx="450000" cy="450000"/>
            </a:xfrm>
            <a:prstGeom prst="straightConnector1">
              <a:avLst/>
            </a:prstGeom>
            <a:ln w="12600">
              <a:solidFill>
                <a:srgbClr val="ed4c05"/>
              </a:solidFill>
              <a:round/>
            </a:ln>
          </p:spPr>
        </p:cxnSp>
        <p:sp>
          <p:nvSpPr>
            <p:cNvPr id="43" name=""/>
            <p:cNvSpPr/>
            <p:nvPr/>
          </p:nvSpPr>
          <p:spPr>
            <a:xfrm>
              <a:off x="7690680" y="3197520"/>
              <a:ext cx="705240" cy="705600"/>
            </a:xfrm>
            <a:prstGeom prst="ellipse">
              <a:avLst/>
            </a:prstGeom>
            <a:solidFill>
              <a:srgbClr val="ea7500"/>
            </a:solidFill>
            <a:ln w="12600">
              <a:solidFill>
                <a:srgbClr val="ed4c0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ctr">
              <a:noAutofit/>
            </a:bodyPr>
            <a:p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7690680" y="3197520"/>
              <a:ext cx="705240" cy="706320"/>
            </a:xfrm>
            <a:prstGeom prst="donut">
              <a:avLst>
                <a:gd name="adj" fmla="val 25000"/>
              </a:avLst>
            </a:prstGeom>
            <a:solidFill>
              <a:srgbClr val="ea7500">
                <a:alpha val="30000"/>
              </a:srgbClr>
            </a:solidFill>
            <a:ln w="12600">
              <a:solidFill>
                <a:srgbClr val="ed4c05"/>
              </a:solidFill>
              <a:round/>
            </a:ln>
            <a:effectLst>
              <a:outerShdw dist="0" dir="0" blurRad="0" rotWithShape="0">
                <a:srgbClr val="729fcf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ctr">
              <a:noAutofit/>
            </a:bodyPr>
            <a:p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</p:grpSp>
      <p:sp>
        <p:nvSpPr>
          <p:cNvPr id="44" name=""/>
          <p:cNvSpPr txBox="1"/>
          <p:nvPr/>
        </p:nvSpPr>
        <p:spPr>
          <a:xfrm>
            <a:off x="900000" y="21600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PIL, struct, numpy.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1009080" y="3420000"/>
            <a:ext cx="4570920" cy="198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900000" y="270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210 строчек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UTI Конвертатор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00000" y="1080000"/>
            <a:ext cx="828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Позволяет конвертировать изображения из PNG в UTI и наоборот. Большая часть функционала основана на UTI API.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900000" y="21600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PyQT6, PIL, sys, pathlib.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00000" y="270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290 строчек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7329960" y="2520000"/>
            <a:ext cx="1850040" cy="252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" descr=""/>
          <p:cNvPicPr/>
          <p:nvPr/>
        </p:nvPicPr>
        <p:blipFill>
          <a:blip r:embed="rId3"/>
          <a:stretch/>
        </p:blipFill>
        <p:spPr>
          <a:xfrm>
            <a:off x="962280" y="3240000"/>
            <a:ext cx="2817720" cy="23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UTI Просмоторщик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900000" y="1080000"/>
            <a:ext cx="828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Позволяет просматривать изображение в формате UTI без их конвертации. Благодаря установщику имеет поддержку ассоциаций.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00000" y="21600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PyQT6, os, sys, pathlib.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900000" y="270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281 строчек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2"/>
          <a:stretch/>
        </p:blipFill>
        <p:spPr>
          <a:xfrm>
            <a:off x="1042200" y="3222720"/>
            <a:ext cx="5257800" cy="23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3"/>
          <a:stretch/>
        </p:blipFill>
        <p:spPr>
          <a:xfrm>
            <a:off x="6480000" y="2160000"/>
            <a:ext cx="3398400" cy="326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UTI Редактор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900000" y="1080000"/>
            <a:ext cx="828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Позволяет редактировать изображения в форматах UTI и PNG. Позволяет сохранить изображение в UTI без использование конвертатора.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900000" y="21600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PyQT6, PIL, sys, pathlib, csv.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900000" y="270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1236 строчек…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7020000" y="3060000"/>
            <a:ext cx="2863440" cy="243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" descr=""/>
          <p:cNvPicPr/>
          <p:nvPr/>
        </p:nvPicPr>
        <p:blipFill>
          <a:blip r:embed="rId3"/>
          <a:stretch/>
        </p:blipFill>
        <p:spPr>
          <a:xfrm>
            <a:off x="281520" y="3240000"/>
            <a:ext cx="3858480" cy="50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4"/>
          <a:stretch/>
        </p:blipFill>
        <p:spPr>
          <a:xfrm>
            <a:off x="180000" y="3960000"/>
            <a:ext cx="2837880" cy="9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5"/>
          <a:stretch/>
        </p:blipFill>
        <p:spPr>
          <a:xfrm>
            <a:off x="3216240" y="3903120"/>
            <a:ext cx="2183760" cy="167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Установщик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900000" y="1080000"/>
            <a:ext cx="828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Устанавливает UTI. Запускает скрипт установки execute, который непосредственно выполняет установку. Установщик получает execute с сервера.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900000" y="21600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PyQT6, socket, sys, pathlib, os, zipfile.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900000" y="270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405 строчек 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(с учётом UI)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8100360" y="2997000"/>
            <a:ext cx="1619640" cy="240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3"/>
          <a:stretch/>
        </p:blipFill>
        <p:spPr>
          <a:xfrm>
            <a:off x="202320" y="3333600"/>
            <a:ext cx="2317680" cy="20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4"/>
          <a:stretch/>
        </p:blipFill>
        <p:spPr>
          <a:xfrm>
            <a:off x="3060000" y="3331800"/>
            <a:ext cx="1816920" cy="206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UTI Updater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900000" y="1080000"/>
            <a:ext cx="828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Обновляет версию UTI на компьютере. По установке новой версии схож с установщиком.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900000" y="18360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PyQT6, socket, sys, pathlib, os, zipfile, shutil.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900000" y="234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132 строки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2"/>
          <a:stretch/>
        </p:blipFill>
        <p:spPr>
          <a:xfrm>
            <a:off x="8115480" y="2880000"/>
            <a:ext cx="1784520" cy="10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3"/>
          <a:stretch/>
        </p:blipFill>
        <p:spPr>
          <a:xfrm>
            <a:off x="642960" y="2880000"/>
            <a:ext cx="3497040" cy="121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4"/>
          <a:stretch/>
        </p:blipFill>
        <p:spPr>
          <a:xfrm>
            <a:off x="609480" y="4213800"/>
            <a:ext cx="2630520" cy="125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5"/>
          <a:stretch/>
        </p:blipFill>
        <p:spPr>
          <a:xfrm>
            <a:off x="4365720" y="2880000"/>
            <a:ext cx="2834280" cy="214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Execute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900000" y="1080000"/>
            <a:ext cx="900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Скрипт установки. Запускается на компьютере с помощью установщика. Перемещает файлы в Program Files, настраивает ассоциации и ярлыки. Требует права администратора.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900000" y="21600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winreg, shutil, pathlib, os.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00000" y="270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 строчек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448200" y="3286800"/>
            <a:ext cx="4419360" cy="175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3"/>
          <a:stretch/>
        </p:blipFill>
        <p:spPr>
          <a:xfrm>
            <a:off x="4909320" y="2537280"/>
            <a:ext cx="2650680" cy="142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4"/>
          <a:stretch/>
        </p:blipFill>
        <p:spPr>
          <a:xfrm>
            <a:off x="7020000" y="4057920"/>
            <a:ext cx="2881440" cy="156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UTI Uninstall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900000" y="1080000"/>
            <a:ext cx="810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Программа, выполняющая действия, противоположные execute. Полностью удаляет UTI с компьютера.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900000" y="21600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winreg, shutil, pathlib, os, PyQt6.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900000" y="270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 строки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3794040" y="3594600"/>
            <a:ext cx="2685960" cy="10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3"/>
          <a:stretch/>
        </p:blipFill>
        <p:spPr>
          <a:xfrm>
            <a:off x="332280" y="3600000"/>
            <a:ext cx="2935080" cy="10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4"/>
          <a:stretch/>
        </p:blipFill>
        <p:spPr>
          <a:xfrm>
            <a:off x="6826320" y="2520000"/>
            <a:ext cx="2893680" cy="286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Сервер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00000" y="1080000"/>
            <a:ext cx="828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Передаёт установщику execute с помощью socket. Проверяет лицензионные ключи и взаимодействует с базой данных.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900000" y="21600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sqlite3, socket.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900000" y="270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115 строчек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540000" y="3240000"/>
            <a:ext cx="3600000" cy="201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3"/>
          <a:stretch/>
        </p:blipFill>
        <p:spPr>
          <a:xfrm>
            <a:off x="4320000" y="3240000"/>
            <a:ext cx="2643120" cy="2039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0" name="wireless-access-point"/>
          <p:cNvGrpSpPr/>
          <p:nvPr/>
        </p:nvGrpSpPr>
        <p:grpSpPr>
          <a:xfrm>
            <a:off x="7920000" y="2880000"/>
            <a:ext cx="1454400" cy="2338200"/>
            <a:chOff x="7920000" y="2880000"/>
            <a:chExt cx="1454400" cy="2338200"/>
          </a:xfrm>
        </p:grpSpPr>
        <p:sp>
          <p:nvSpPr>
            <p:cNvPr id="111" name=""/>
            <p:cNvSpPr/>
            <p:nvPr/>
          </p:nvSpPr>
          <p:spPr>
            <a:xfrm>
              <a:off x="8647200" y="3422880"/>
              <a:ext cx="0" cy="378720"/>
            </a:xfrm>
            <a:prstGeom prst="line">
              <a:avLst/>
            </a:prstGeom>
            <a:ln cap="rnd" w="190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sp>
          <p:nvSpPr>
            <p:cNvPr id="112" name=""/>
            <p:cNvSpPr/>
            <p:nvPr/>
          </p:nvSpPr>
          <p:spPr>
            <a:xfrm flipV="1">
              <a:off x="8283600" y="3636360"/>
              <a:ext cx="727200" cy="1581840"/>
            </a:xfrm>
            <a:custGeom>
              <a:avLst/>
              <a:gdLst>
                <a:gd name="textAreaLeft" fmla="*/ 178920 w 727200"/>
                <a:gd name="textAreaRight" fmla="*/ 548280 w 727200"/>
                <a:gd name="textAreaTop" fmla="*/ 389520 h 1581840"/>
                <a:gd name="textAreaBottom" fmla="*/ 1192320 h 1581840"/>
                <a:gd name="GluePoint1X" fmla="*/ 6 w 21600"/>
                <a:gd name="GluePoint1Y" fmla="*/ 10800 h 21600"/>
                <a:gd name="GluePoint2X" fmla="*/ 10800 w 21600"/>
                <a:gd name="GluePoint2Y" fmla="*/ 21600 h 21600"/>
                <a:gd name="GluePoint3X" fmla="*/ 5 w 21600"/>
                <a:gd name="GluePoint3Y" fmla="*/ 10800 h 21600"/>
                <a:gd name="GluePoint4X" fmla="*/ 1080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15170" y="21600"/>
                  </a:lnTo>
                  <a:lnTo>
                    <a:pt x="6430" y="21600"/>
                  </a:lnTo>
                  <a:close/>
                </a:path>
              </a:pathLst>
            </a:custGeom>
            <a:solidFill>
              <a:srgbClr val="ffbf00"/>
            </a:solidFill>
            <a:ln cap="rnd" w="190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8283600" y="2967120"/>
              <a:ext cx="727200" cy="633960"/>
            </a:xfrm>
            <a:prstGeom prst="arc">
              <a:avLst>
                <a:gd name="adj1" fmla="val 19865034"/>
                <a:gd name="adj2" fmla="val 1783920"/>
              </a:avLst>
            </a:prstGeom>
            <a:noFill/>
            <a:ln cap="rnd" w="19080">
              <a:solidFill>
                <a:srgbClr val="000000"/>
              </a:solidFill>
              <a:round/>
            </a:ln>
          </p:spPr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8283600" y="2967120"/>
              <a:ext cx="727200" cy="633960"/>
            </a:xfrm>
            <a:prstGeom prst="arc">
              <a:avLst>
                <a:gd name="adj1" fmla="val 9015516"/>
                <a:gd name="adj2" fmla="val 12538337"/>
              </a:avLst>
            </a:prstGeom>
            <a:noFill/>
            <a:ln cap="rnd" w="19080">
              <a:solidFill>
                <a:srgbClr val="000000"/>
              </a:solidFill>
              <a:round/>
            </a:ln>
          </p:spPr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8102160" y="2797920"/>
              <a:ext cx="1090800" cy="949320"/>
            </a:xfrm>
            <a:prstGeom prst="arc">
              <a:avLst>
                <a:gd name="adj1" fmla="val 19867513"/>
                <a:gd name="adj2" fmla="val 1781397"/>
              </a:avLst>
            </a:prstGeom>
            <a:noFill/>
            <a:ln cap="rnd" w="19080">
              <a:solidFill>
                <a:srgbClr val="000000"/>
              </a:solidFill>
              <a:round/>
            </a:ln>
          </p:spPr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8102160" y="2797920"/>
              <a:ext cx="1090800" cy="949320"/>
            </a:xfrm>
            <a:prstGeom prst="arc">
              <a:avLst>
                <a:gd name="adj1" fmla="val 9018040"/>
                <a:gd name="adj2" fmla="val 12535854"/>
              </a:avLst>
            </a:prstGeom>
            <a:noFill/>
            <a:ln cap="rnd" w="19080">
              <a:solidFill>
                <a:srgbClr val="000000"/>
              </a:solidFill>
              <a:round/>
            </a:ln>
          </p:spPr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7737840" y="2549160"/>
              <a:ext cx="1636560" cy="1424160"/>
            </a:xfrm>
            <a:prstGeom prst="arc">
              <a:avLst>
                <a:gd name="adj1" fmla="val 19867650"/>
                <a:gd name="adj2" fmla="val 1781258"/>
              </a:avLst>
            </a:prstGeom>
            <a:noFill/>
            <a:ln cap="rnd" w="19080">
              <a:solidFill>
                <a:srgbClr val="000000"/>
              </a:solidFill>
              <a:round/>
            </a:ln>
          </p:spPr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7920000" y="2549160"/>
              <a:ext cx="1636560" cy="1424160"/>
            </a:xfrm>
            <a:prstGeom prst="arc">
              <a:avLst>
                <a:gd name="adj1" fmla="val 9019868"/>
                <a:gd name="adj2" fmla="val 12532912"/>
              </a:avLst>
            </a:prstGeom>
            <a:noFill/>
            <a:ln cap="rnd" w="19080">
              <a:solidFill>
                <a:srgbClr val="000000"/>
              </a:solidFill>
              <a:round/>
            </a:ln>
          </p:spPr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8465760" y="3113640"/>
              <a:ext cx="363600" cy="317160"/>
            </a:xfrm>
            <a:prstGeom prst="ellipse">
              <a:avLst/>
            </a:prstGeom>
            <a:solidFill>
              <a:srgbClr val="ffbf00">
                <a:alpha val="30000"/>
              </a:srgbClr>
            </a:solidFill>
            <a:ln cap="rnd" w="19080">
              <a:solidFill>
                <a:srgbClr val="000000"/>
              </a:solidFill>
              <a:round/>
            </a:ln>
          </p:spPr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ТГ бот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900000" y="1080000"/>
            <a:ext cx="828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Выдаёт пользователю лицензионный ключ. Также позволяет их удалять и просматривать. Взаимодействует с БД.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900000" y="21600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sqlite3, telebot, random.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900000" y="270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170 строчек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2"/>
          <a:stretch/>
        </p:blipFill>
        <p:spPr>
          <a:xfrm>
            <a:off x="1440000" y="3240000"/>
            <a:ext cx="7560000" cy="102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3"/>
          <a:stretch/>
        </p:blipFill>
        <p:spPr>
          <a:xfrm>
            <a:off x="1440000" y="4408920"/>
            <a:ext cx="2520000" cy="11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4"/>
          <a:stretch/>
        </p:blipFill>
        <p:spPr>
          <a:xfrm>
            <a:off x="4555800" y="4382280"/>
            <a:ext cx="4425120" cy="119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Make keys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900000" y="1080000"/>
            <a:ext cx="828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Описание: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кратенький скрипт для создания новых лицензионных ключей.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900000" y="1825200"/>
            <a:ext cx="7920000" cy="123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Библиотеки: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sqlite3, random.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900000" y="2340000"/>
            <a:ext cx="612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 строчки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785880" y="2764800"/>
            <a:ext cx="2454120" cy="2635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4" name="server"/>
          <p:cNvGrpSpPr/>
          <p:nvPr/>
        </p:nvGrpSpPr>
        <p:grpSpPr>
          <a:xfrm>
            <a:off x="6603840" y="2880000"/>
            <a:ext cx="2936160" cy="2459880"/>
            <a:chOff x="6603840" y="2880000"/>
            <a:chExt cx="2936160" cy="2459880"/>
          </a:xfrm>
        </p:grpSpPr>
        <p:grpSp>
          <p:nvGrpSpPr>
            <p:cNvPr id="135" name=""/>
            <p:cNvGrpSpPr/>
            <p:nvPr/>
          </p:nvGrpSpPr>
          <p:grpSpPr>
            <a:xfrm>
              <a:off x="6603840" y="2880000"/>
              <a:ext cx="2936160" cy="614880"/>
              <a:chOff x="6603840" y="2880000"/>
              <a:chExt cx="2936160" cy="614880"/>
            </a:xfrm>
          </p:grpSpPr>
          <p:sp>
            <p:nvSpPr>
              <p:cNvPr id="136" name=""/>
              <p:cNvSpPr/>
              <p:nvPr/>
            </p:nvSpPr>
            <p:spPr>
              <a:xfrm>
                <a:off x="6603840" y="2880000"/>
                <a:ext cx="2936160" cy="614880"/>
              </a:xfrm>
              <a:prstGeom prst="rect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6848640" y="3125880"/>
                <a:ext cx="122400" cy="12312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8805960" y="3003120"/>
                <a:ext cx="367920" cy="369000"/>
              </a:xfrm>
              <a:prstGeom prst="ellipse">
                <a:avLst/>
              </a:prstGeom>
              <a:solidFill>
                <a:srgbClr val="ffbf00">
                  <a:alpha val="30000"/>
                </a:srgbClr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7338960" y="3125880"/>
                <a:ext cx="122400" cy="12312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7094160" y="3125880"/>
                <a:ext cx="122400" cy="12312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7827120" y="3125880"/>
                <a:ext cx="736200" cy="123120"/>
              </a:xfrm>
              <a:prstGeom prst="rect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</p:grpSp>
        <p:grpSp>
          <p:nvGrpSpPr>
            <p:cNvPr id="142" name=""/>
            <p:cNvGrpSpPr/>
            <p:nvPr/>
          </p:nvGrpSpPr>
          <p:grpSpPr>
            <a:xfrm>
              <a:off x="6603840" y="3494880"/>
              <a:ext cx="2936160" cy="614880"/>
              <a:chOff x="6603840" y="3494880"/>
              <a:chExt cx="2936160" cy="614880"/>
            </a:xfrm>
          </p:grpSpPr>
          <p:sp>
            <p:nvSpPr>
              <p:cNvPr id="143" name=""/>
              <p:cNvSpPr/>
              <p:nvPr/>
            </p:nvSpPr>
            <p:spPr>
              <a:xfrm>
                <a:off x="6603840" y="3494880"/>
                <a:ext cx="2936160" cy="614880"/>
              </a:xfrm>
              <a:prstGeom prst="rect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6848640" y="3741120"/>
                <a:ext cx="122400" cy="12276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>
                <a:off x="8805960" y="3618000"/>
                <a:ext cx="367920" cy="369000"/>
              </a:xfrm>
              <a:prstGeom prst="ellipse">
                <a:avLst/>
              </a:prstGeom>
              <a:solidFill>
                <a:srgbClr val="ffbf00">
                  <a:alpha val="30000"/>
                </a:srgbClr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7338960" y="3741120"/>
                <a:ext cx="122400" cy="12276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7094160" y="3741120"/>
                <a:ext cx="122400" cy="12276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>
                <a:off x="7827120" y="3741120"/>
                <a:ext cx="736200" cy="122760"/>
              </a:xfrm>
              <a:prstGeom prst="rect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</p:grpSp>
        <p:grpSp>
          <p:nvGrpSpPr>
            <p:cNvPr id="149" name=""/>
            <p:cNvGrpSpPr/>
            <p:nvPr/>
          </p:nvGrpSpPr>
          <p:grpSpPr>
            <a:xfrm>
              <a:off x="6603840" y="4109760"/>
              <a:ext cx="2936160" cy="615240"/>
              <a:chOff x="6603840" y="4109760"/>
              <a:chExt cx="2936160" cy="615240"/>
            </a:xfrm>
          </p:grpSpPr>
          <p:sp>
            <p:nvSpPr>
              <p:cNvPr id="150" name=""/>
              <p:cNvSpPr/>
              <p:nvPr/>
            </p:nvSpPr>
            <p:spPr>
              <a:xfrm>
                <a:off x="6603840" y="4109760"/>
                <a:ext cx="2936160" cy="615240"/>
              </a:xfrm>
              <a:prstGeom prst="rect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51" name=""/>
              <p:cNvSpPr/>
              <p:nvPr/>
            </p:nvSpPr>
            <p:spPr>
              <a:xfrm>
                <a:off x="6848640" y="4356000"/>
                <a:ext cx="122400" cy="12276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52" name=""/>
              <p:cNvSpPr/>
              <p:nvPr/>
            </p:nvSpPr>
            <p:spPr>
              <a:xfrm>
                <a:off x="8805960" y="4232880"/>
                <a:ext cx="367920" cy="369000"/>
              </a:xfrm>
              <a:prstGeom prst="ellipse">
                <a:avLst/>
              </a:prstGeom>
              <a:solidFill>
                <a:srgbClr val="ffbf00">
                  <a:alpha val="30000"/>
                </a:srgbClr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53" name=""/>
              <p:cNvSpPr/>
              <p:nvPr/>
            </p:nvSpPr>
            <p:spPr>
              <a:xfrm>
                <a:off x="7338960" y="4356000"/>
                <a:ext cx="122400" cy="12276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54" name=""/>
              <p:cNvSpPr/>
              <p:nvPr/>
            </p:nvSpPr>
            <p:spPr>
              <a:xfrm>
                <a:off x="7094160" y="4356000"/>
                <a:ext cx="122400" cy="12276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55" name=""/>
              <p:cNvSpPr/>
              <p:nvPr/>
            </p:nvSpPr>
            <p:spPr>
              <a:xfrm>
                <a:off x="7827120" y="4356000"/>
                <a:ext cx="736200" cy="122760"/>
              </a:xfrm>
              <a:prstGeom prst="rect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</p:grpSp>
        <p:grpSp>
          <p:nvGrpSpPr>
            <p:cNvPr id="156" name=""/>
            <p:cNvGrpSpPr/>
            <p:nvPr/>
          </p:nvGrpSpPr>
          <p:grpSpPr>
            <a:xfrm>
              <a:off x="6603840" y="4725000"/>
              <a:ext cx="2936160" cy="614880"/>
              <a:chOff x="6603840" y="4725000"/>
              <a:chExt cx="2936160" cy="614880"/>
            </a:xfrm>
          </p:grpSpPr>
          <p:sp>
            <p:nvSpPr>
              <p:cNvPr id="157" name=""/>
              <p:cNvSpPr/>
              <p:nvPr/>
            </p:nvSpPr>
            <p:spPr>
              <a:xfrm>
                <a:off x="6603840" y="4725000"/>
                <a:ext cx="2936160" cy="614880"/>
              </a:xfrm>
              <a:prstGeom prst="rect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58" name=""/>
              <p:cNvSpPr/>
              <p:nvPr/>
            </p:nvSpPr>
            <p:spPr>
              <a:xfrm>
                <a:off x="6848640" y="4970880"/>
                <a:ext cx="122400" cy="12312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59" name=""/>
              <p:cNvSpPr/>
              <p:nvPr/>
            </p:nvSpPr>
            <p:spPr>
              <a:xfrm>
                <a:off x="8805960" y="4847760"/>
                <a:ext cx="367920" cy="369000"/>
              </a:xfrm>
              <a:prstGeom prst="ellipse">
                <a:avLst/>
              </a:prstGeom>
              <a:solidFill>
                <a:srgbClr val="ffbf00">
                  <a:alpha val="30000"/>
                </a:srgbClr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60" name=""/>
              <p:cNvSpPr/>
              <p:nvPr/>
            </p:nvSpPr>
            <p:spPr>
              <a:xfrm>
                <a:off x="7338960" y="4970880"/>
                <a:ext cx="122400" cy="12312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61" name=""/>
              <p:cNvSpPr/>
              <p:nvPr/>
            </p:nvSpPr>
            <p:spPr>
              <a:xfrm>
                <a:off x="7094160" y="4970880"/>
                <a:ext cx="122400" cy="123120"/>
              </a:xfrm>
              <a:prstGeom prst="ellipse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  <p:sp>
            <p:nvSpPr>
              <p:cNvPr id="162" name=""/>
              <p:cNvSpPr/>
              <p:nvPr/>
            </p:nvSpPr>
            <p:spPr>
              <a:xfrm>
                <a:off x="7827120" y="4970880"/>
                <a:ext cx="736200" cy="123120"/>
              </a:xfrm>
              <a:prstGeom prst="rect">
                <a:avLst/>
              </a:prstGeom>
              <a:solidFill>
                <a:srgbClr val="ffbf00"/>
              </a:solidFill>
              <a:ln cap="rnd" w="1908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360" rIns="99360" tIns="54360" bIns="5436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Структура на GitHub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540000" y="1080000"/>
            <a:ext cx="5220000" cy="39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Compiled — Скомпилированные приложения.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Installer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— Установщик.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 + Client (source)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— Серверная часть + клиентская часть в папке Source (unzipped)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ru-RU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Source code — Исходники.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Installer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— Установщик + execute.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Server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— Серверная часть.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— Клиентские приложения.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2"/>
          <a:stretch/>
        </p:blipFill>
        <p:spPr>
          <a:xfrm>
            <a:off x="5940000" y="1418760"/>
            <a:ext cx="3519360" cy="362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Интересные факты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900000" y="1080000"/>
            <a:ext cx="8280000" cy="39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Painter, конвертатор и просмоторщик имеют тёмную и светлую тему.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Эти же приложения запоминают настройки.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Ни одна строчка кода не была написана нейросетью.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Задний фон презентации и почти все изображения из UTI были нарисованы в UTI Painter.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Данный проект содержит 2 983 строк кода.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Ни в коем случае не гуглите «UTI».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2"/>
          <a:stretch/>
        </p:blipFill>
        <p:spPr>
          <a:xfrm>
            <a:off x="7075440" y="3960000"/>
            <a:ext cx="1384560" cy="138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" descr=""/>
          <p:cNvPicPr/>
          <p:nvPr/>
        </p:nvPicPr>
        <p:blipFill>
          <a:blip r:embed="rId3"/>
          <a:stretch/>
        </p:blipFill>
        <p:spPr>
          <a:xfrm>
            <a:off x="5635440" y="3655440"/>
            <a:ext cx="1384560" cy="138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" descr=""/>
          <p:cNvPicPr/>
          <p:nvPr/>
        </p:nvPicPr>
        <p:blipFill>
          <a:blip r:embed="rId4"/>
          <a:stretch/>
        </p:blipFill>
        <p:spPr>
          <a:xfrm>
            <a:off x="4320000" y="4015440"/>
            <a:ext cx="1384560" cy="138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" descr=""/>
          <p:cNvPicPr/>
          <p:nvPr/>
        </p:nvPicPr>
        <p:blipFill>
          <a:blip r:embed="rId5"/>
          <a:stretch/>
        </p:blipFill>
        <p:spPr>
          <a:xfrm>
            <a:off x="2755440" y="3420000"/>
            <a:ext cx="1384560" cy="138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" descr=""/>
          <p:cNvPicPr/>
          <p:nvPr/>
        </p:nvPicPr>
        <p:blipFill>
          <a:blip r:embed="rId6"/>
          <a:stretch/>
        </p:blipFill>
        <p:spPr>
          <a:xfrm>
            <a:off x="1315440" y="3960000"/>
            <a:ext cx="1384560" cy="138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Выводы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900000" y="1080000"/>
            <a:ext cx="8280000" cy="39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Проект может продолжать развиваться.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Но проект является завершённым продуктом!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Развивать проект было весело и познавательно.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2"/>
          <a:stretch/>
        </p:blipFill>
        <p:spPr>
          <a:xfrm>
            <a:off x="8335440" y="4500000"/>
            <a:ext cx="1384560" cy="138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" descr=""/>
          <p:cNvPicPr/>
          <p:nvPr/>
        </p:nvPicPr>
        <p:blipFill>
          <a:blip r:embed="rId3"/>
          <a:stretch/>
        </p:blipFill>
        <p:spPr>
          <a:xfrm>
            <a:off x="-399240" y="3420000"/>
            <a:ext cx="3819240" cy="27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4">
            <a:lum bright="-2000"/>
          </a:blip>
          <a:stretch/>
        </p:blipFill>
        <p:spPr>
          <a:xfrm>
            <a:off x="5815440" y="4195440"/>
            <a:ext cx="1744560" cy="174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"/>
          <p:cNvSpPr txBox="1"/>
          <p:nvPr/>
        </p:nvSpPr>
        <p:spPr>
          <a:xfrm>
            <a:off x="0" y="252000"/>
            <a:ext cx="100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lang="ru-RU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на проект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00000" y="1116000"/>
            <a:ext cx="540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https://github.com/MaksMesh/UTI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3"/>
          <a:stretch/>
        </p:blipFill>
        <p:spPr>
          <a:xfrm>
            <a:off x="3600000" y="1800000"/>
            <a:ext cx="2880000" cy="28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2025-11-13T17:14:11Z</dcterms:created>
  <dc:creator/>
  <dc:description/>
  <dc:language>ru-RU</dc:language>
  <cp:lastModifiedBy/>
  <dcterms:modified xsi:type="dcterms:W3CDTF">2025-11-14T20:06:02Z</dcterms:modified>
  <cp:revision>5</cp:revision>
  <dc:subject/>
  <dc:title/>
</cp:coreProperties>
</file>